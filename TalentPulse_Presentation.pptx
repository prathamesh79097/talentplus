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88720"/>
            <a:ext cx="29260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16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4C5FF"/>
                </a:solidFill>
              </a:defRPr>
            </a:pPr>
            <a:r>
              <a:t>CLOUD-NATIVE RECRUITMENT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TalentPulse (RecruitX)</a:t>
            </a:r>
          </a:p>
          <a:p>
            <a:pPr>
              <a:spcBef>
                <a:spcPts val="800"/>
              </a:spcBef>
              <a:defRPr sz="2200">
                <a:solidFill>
                  <a:srgbClr val="DCE9FF"/>
                </a:solidFill>
              </a:defRPr>
            </a:pPr>
            <a:r>
              <a:t>Next-Gen Recruitment Management &amp; Live Google Spreadsheet 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5120640" cy="1645920"/>
          </a:xfrm>
          <a:prstGeom prst="roundRect">
            <a:avLst/>
          </a:prstGeom>
          <a:solidFill>
            <a:srgbClr val="0B1C46"/>
          </a:solidFill>
          <a:ln>
            <a:solidFill>
              <a:srgbClr val="316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B4C5FF"/>
                </a:solidFill>
              </a:defRPr>
            </a:pPr>
            <a:r>
              <a:t>🌐 Live Deployments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Frontend (Vercel): talentplus-tau.vercel.app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Backend (Render): talentplus.onrender.com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297680"/>
            <a:ext cx="5120640" cy="1645920"/>
          </a:xfrm>
          <a:prstGeom prst="roundRect">
            <a:avLst/>
          </a:prstGeom>
          <a:solidFill>
            <a:srgbClr val="0B1C46"/>
          </a:solidFill>
          <a:ln>
            <a:solidFill>
              <a:srgbClr val="316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B4C5FF"/>
                </a:solidFill>
              </a:defRPr>
            </a:pPr>
            <a:r>
              <a:t>🛠️ Tech Ecosystem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Java 17 + Spring Boot 3 + Spring Security (Docker)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Google Firestore + Firebase Auth + Google Apps 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CONTEXT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⚠️ Traditional Hiring Pain Points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Disconnected Forms &amp; Sheets: Candidate applications sit in unorganized spreadsheets without pipeline tracking.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Manual Data Entry Overhead: HR teams manually copy paste candidate responses into internal trackers.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Loss of Custom Questionnaire Data: ATS platforms often strip custom questions and Google Form survey responses.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Duplicate Application Clutter: Multiple submissions from the same candidate corrupt pipeline metrics.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Slow Recruiter Turnaround: No real-time synchronization between applicant submissions and hiring 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DCE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🎯 TalentPulse Solution Objectives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1:1 Spreadsheet Synchronization: Automatically capture every exact question and answer into the candidate profile.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Zero-Latency Ingestion: Google Apps Script webhooks push candidate data to cloud backend in under 2 seconds.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Structured 6-Stage Pipeline: Move applicants seamlessly from New to Screening, Interview, Offer, and Hired.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Intelligent Duplicate Detection: Match existing records by email &amp; job to merge updates without data loss.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Automated Requisition Metrics: Dynamic counters update job applicant counts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Cloud-Native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🖥️ Frontend Layer (Vercel)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Framework: Vanilla JS SPA + Vite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Styling: Responsive CSS Design System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Auth: Firebase Client SDK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Dynamic Routing: Modular page loaders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Edge CDN: Sub-second global delivery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Live URL: talentplus-tau.vercel.app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⚙️ Backend Layer (Render)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Runtime: Java 17 + Spring Boot 3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Security: Spring Security + Firebase JWT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Container: Multi-stage Docker Build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Dynamic Port: Auto-binding to $PORT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Endpoints: RESTful APIs + Webhooks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Live URL: talentplus.onrender.com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☁️ Cloud &amp; Services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Database: Google Cloud Firestore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Authentication: Firebase Auth (OAuth)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Automation: Google Apps Script Triggers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CI/CD: GitHub Automated Deployment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Security: Webhook secret tokens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Storage: Cloud document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Job Requisitions &amp; Application Link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📋 Requisition Creation &amp; Hierarchy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Field &amp; Sub-field Classification: Categorized by core domains (Engineering, Business, Product, Operations) and specializations (AI/ML, DevOps, Frontend).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Detailed Compensation &amp; Criteria: Define salary brackets, location (Remote/Onsite), employment types (Full-Time, Contract).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Dynamic Requisition Statuses: Easily toggle between Open, Paused, Draft, and Closed.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Live Requisition Filters: Instant multi-parameter filtering across departments and job 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🔗 Google Form Link &amp; Script Wizard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Integrated 'Form' Button on Job Cards: Every requisition features a one-click Google Form configuration modal.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Dedicated Application Link Storage: Save public Google Form links directly against the job requisition.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Auto-Generated Apps Script Code: Generates customized JavaScript snippet with embedded Job ID and secure webhook URL.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Copy-and-Paste Setup: Recruiters copy script directly into Google Sheets Extensions to enable live webhook triggers.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Automated 1:1 Google Form &amp; Spreadsheet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🔄 Zero Data Loss Ingestion Flow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1. Submission: Candidate submits Google Form linked to Google Sheet.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2. Trigger: onFormSubmit event fires automatically in Google Apps Script.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3. Payload Extraction: Script maps e.namedValues preserving exact spreadsheet column titles and cell answers.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4. HTTPS Webhook Post: Dispatches authenticated JSON payload to /api/webhooks/google-form with X-Webhook-Secret.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5. Firestore Ingestion: Spring Boot stores clean 1:1 map in candidate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DCE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🧠 Smart Discovery &amp; Candidate Updates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Arbitrary Column Mapping: Dynamic fallback scanner identifies name, email, phone, skills, and experience across any sheet format.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Automatic Role Matching: Automatically links applicant to open job requisitions based on submitted role titles.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Seamless Re-submission Merging: Candidate re-submissions update their profile and merge spreadsheet responses without duplicating entries.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Instant Counter Recalculation: Automatically updates total applicants and new applicant badges on the job card.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Applicant Tracking &amp; Recruitment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📊 6-Stage Recruitment Funnel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1. NEW: Incoming Google Form &amp; direct candidate submissions.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2. SCREENING: Resume evaluation and initial recruiter qualification.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3. INTERVIEW: Technical assessments and panel video interviews.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4. SELECTION: Final management review and candidate shortlisting.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5. OFFER: Salary negotiation and official offer letter dispatch.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6. HIRED: Onboarding completion and requisition fulfillment.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⚡ Recruiter Efficiency Features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Instant Search: Debounced real-time candidate search by name, email, role, or technical skills.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Visual Source Indicators: Purple 'Form' badge clearly marks Google Form applicants in desktop and mobile views.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Quick Action Triggers: One-click stage advancement and rejection buttons directly from the table.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Bulk Management: Built-in 'Clear All Applicants' maintenance action with safety confirmations.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Candidate Dossier &amp; Exact Spreadsheet Viewer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📄 Exact Spreadsheet Response Viewer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1:1 Question &amp; Answer Cards: Displays every raw question title and candidate answer exactly as filled in Google Forms.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Custom Questionnaire Support: Handles open-ended questions, portfolio links, notice period, and survey queries.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Multi-select Answers: Cleanly formats multi-choice checkbox responses into clear readable summaries.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Document Attachment Links: Instant clickable links to uploaded Google Drive resumes and portfolios.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⭐ Evaluation, Notes &amp; Interviews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5-Star Candidate Rating: Interactive star-rating widget to record recruiter evaluations.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Internal Recruiter Notes: Collaborative note-taking log with author timestamps for hiring panels.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Interview Scheduling Module: Log interview dates, times, durations, and video meeting links.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Direct Stage Progress Bar: Visual progress tracker showing current position in hiring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SECURITY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Enterprise Security &amp; Reliability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🛡️ Enterprise Security Measures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Webhook Header Verification: Secret token validation (X-Webhook-Secret) protects webhook ingestion endpoints.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Stateless JWT Authentication: All private REST endpoints verified with Firebase ID Bearer tokens via Spring Security filter.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Environment Secret Isolation: Service account keys loaded from environment variables (FIREBASE_SERVICE_ACCOUNT_JSON) with zero git exposure.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Granular CORS Control: Configured allowed origin patterns for authorized Vercel frontend domains.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⚡ High-Performance Reliability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Sub-second SPA Navigation: Optimized client-side page router with modular dynamic imports.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Instant Stale-While-Revalidate UI: Renders cached dashboard and candidate layouts instantly without blocking on network.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Background Warmup Ping: Client pre-warms backend container on page load to eliminate free-tier cold-start latency.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Graceful Fallback Resilience: Fail-safe database operations prevent application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1D5"/>
                </a:solidFill>
              </a:defRPr>
            </a:pPr>
            <a:r>
              <a:t>DEVOPS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36F"/>
                </a:solidFill>
              </a:defRPr>
            </a:pPr>
            <a:r>
              <a:t>Multi-Cloud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🚀 Multi-Cloud Hosting Setup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Frontend on Vercel: High-performance Global Edge CDN with Vite build optimization (talentplus-tau.vercel.app).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Backend on Render: Multi-stage Dockerized Java Spring Boot container with dynamic $PORT binding (talentplus.onrender.com).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Database on Firestore: Managed Google Cloud NoSQL document database with multi-region replication.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Automated CI/CD: GitHub main branch tracking triggering automated zero-downtime builds on every push.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F8F9FF"/>
          </a:solidFill>
          <a:ln w="12700">
            <a:solidFill>
              <a:srgbClr val="C5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36F"/>
                </a:solidFill>
              </a:defRPr>
            </a:pPr>
            <a:r>
              <a:t>✅ Deployment Highlights &amp;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HTTP 200 OK Webhook Verification: Live automated webhook tests confirmed successful end-to-end data ingestion.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Cross-Origin Handshake: Secure pre-flight OPTIONS and authenticated requests between Vercel and Render.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Clean Build Artifacts: Docker container optimized with Eclipse Temurin 17 JRE footprint.</a:t>
            </a:r>
          </a:p>
          <a:p>
            <a:pPr>
              <a:spcAft>
                <a:spcPts val="600"/>
              </a:spcAft>
              <a:defRPr sz="1300">
                <a:solidFill>
                  <a:srgbClr val="0B1C30"/>
                </a:solidFill>
              </a:defRPr>
            </a:pPr>
            <a:r>
              <a:t>• Universal Accessibility: Fully functional on desktop and mobile web viewports.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C5FF"/>
                </a:solidFill>
              </a:defRPr>
            </a:pPr>
            <a:r>
              <a:t>BUSINESS IMPACT &amp; FUTURE ROADMAP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Driving Measurable ROI in Talent Acquisition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B1C46"/>
          </a:solidFill>
          <a:ln>
            <a:solidFill>
              <a:srgbClr val="316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B4C5FF"/>
                </a:solidFill>
              </a:defRPr>
            </a:pPr>
            <a:r>
              <a:t>📈 Measurable Business Impact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100% Elimination of Manual Data Entry: Form submissions appear in pipeline under 2 seconds.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Zero Lost Applications: 1:1 spreadsheet response capture guarantees all candidate survey data is preserved.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50% Faster Screening: One-click candidate advancement and unified profile dossiers.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Enterprise Data Quality: Automated duplicate resolution and job matching.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B1C46"/>
          </a:solidFill>
          <a:ln>
            <a:solidFill>
              <a:srgbClr val="316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B4C5FF"/>
                </a:solidFill>
              </a:defRPr>
            </a:pPr>
            <a:r>
              <a:t>🔮 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AI Candidate Matching: Semantic parsing to score candidate resumes against job description keywords.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Automated Email Campaigns: Automated rejection / invitation emails on stage change.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Calendar &amp; Zoom Sync: Automatic generation of interview calendar invites.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Predictive Hiring Analytics: Time-to-hire forecasts and recruiter performance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